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Storytelling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**Executive Summary**  </a:t>
            </a:r>
          </a:p>
          <a:p>
            <a:r>
              <a:t>- From Nov 2025 to Feb 2026 the metric (e.g., sales / revenue) shows a steady upward trajectory – max values rise from **$1,200** to **$1,500** and average values climb from **$580** to **$730**.  </a:t>
            </a:r>
          </a:p>
          <a:p>
            <a:r>
              <a:t>- Each month flags both a **possible spike** and a **possible drop**, indicating heightened volatility despite the overall growth.  </a:t>
            </a:r>
          </a:p>
          <a:p>
            <a:r>
              <a:t>- Percentage‑change data is missing (“nan%”), limiting a precise assessment of month‑to‑month acceleration.</a:t>
            </a:r>
          </a:p>
          <a:p/>
          <a:p>
            <a:r>
              <a:t>---</a:t>
            </a:r>
          </a:p>
          <a:p/>
          <a:p>
            <a:r>
              <a:t>**Key Opportunities**  </a:t>
            </a:r>
          </a:p>
          <a:p>
            <a:r>
              <a:t>1. **Growth Leverage** – The 25 % rise in average value over four months suggests strong market demand that can be amplified with targeted promotions or upselling.  </a:t>
            </a:r>
          </a:p>
          <a:p>
            <a:r>
              <a:t>2. **Spike Exploitation** – Identifying the drivers behind the flagged spikes (e.g., promotional events, new product launches) can help replicate high‑impact activities.  </a:t>
            </a:r>
          </a:p>
          <a:p>
            <a:r>
              <a:t>3. **Pricing Optimization** – The gap between average and maximum values widens each month, signaling room to adjust pricing tiers or introduce premium offerings.  </a:t>
            </a:r>
          </a:p>
          <a:p/>
          <a:p>
            <a:r>
              <a:t>---</a:t>
            </a:r>
          </a:p>
          <a:p/>
          <a:p>
            <a:r>
              <a:t>**Key Risks**  </a:t>
            </a:r>
          </a:p>
          <a:p>
            <a:r>
              <a:t>1. **Volatility** – Simultaneous spike and drop signals each month point to unstable performance (seasonality, supply‑chain issues, or data anomalies).  </a:t>
            </a:r>
          </a:p>
          <a:p>
            <a:r>
              <a:t>2. **Data Gaps** – Missing “% change” values hinder trend validation and forecasting accuracy.  </a:t>
            </a:r>
          </a:p>
          <a:p>
            <a:r>
              <a:t>3. **Over‑reliance on Peaks** – Focusing on spikes without understanding underlying causes could lead to unsustainable revenue spikes and subsequent drops.  </a:t>
            </a:r>
          </a:p>
          <a:p/>
          <a:p>
            <a:r>
              <a:t>---</a:t>
            </a:r>
          </a:p>
          <a:p/>
          <a:p>
            <a:r>
              <a:t>**Recommended Actions**  </a:t>
            </a:r>
          </a:p>
          <a:p>
            <a:r>
              <a:t>- **Implement Robust Monitoring:** Deploy real‑time analytics dashboards to capture % change, flag anomalies, and differentiate true spikes/drops from noise.  </a:t>
            </a:r>
          </a:p>
          <a:p>
            <a:r>
              <a:t>- **Root‑Cause Analysis:** For each flagged spike/drop, conduct a quick‑turn investigation (sales events, inventory levels, marketing spend) to identify repeatable drivers.  </a:t>
            </a:r>
          </a:p>
          <a:p>
            <a:r>
              <a:t>- **Stabilize Revenue Stream:** Introduce smoothing tactics (e.g., subscription models, bundled offers) to reduce month‑to‑month volatility.  </a:t>
            </a:r>
          </a:p>
          <a:p>
            <a:r>
              <a:t>- **Data Quality Initiative:** Audit data pipelines to resolve the “nan%” issue and ensure complete, accurate metric capture for future reporting.  </a:t>
            </a:r>
          </a:p>
          <a:p>
            <a:r>
              <a:t>- **Strategic Upsell Campaigns:** Leverage the expanding average‑to‑maximum gap by piloting premium packages or value‑added services during identified high‑spike periods.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Nov25 maximum value is 1,200.00</a:t>
            </a:r>
          </a:p>
          <a:p>
            <a:r>
              <a:t>• Nov25 average value is 580.00</a:t>
            </a:r>
          </a:p>
          <a:p>
            <a:r>
              <a:t>• Nov25 changed by nan%</a:t>
            </a:r>
          </a:p>
          <a:p>
            <a:r>
              <a:t>• Nov25 contains a possible spike</a:t>
            </a:r>
          </a:p>
          <a:p>
            <a:r>
              <a:t>• Nov25 contains a possible drop</a:t>
            </a:r>
          </a:p>
          <a:p>
            <a:r>
              <a:t>• Dec25 maximum value is 1,300.00</a:t>
            </a:r>
          </a:p>
          <a:p>
            <a:r>
              <a:t>• Dec25 average value is 630.00</a:t>
            </a:r>
          </a:p>
          <a:p>
            <a:r>
              <a:t>• Dec25 changed by nan%</a:t>
            </a:r>
          </a:p>
          <a:p>
            <a:r>
              <a:t>• Dec25 contains a possible spike</a:t>
            </a:r>
          </a:p>
          <a:p>
            <a:r>
              <a:t>• Dec25 contains a possible drop</a:t>
            </a:r>
          </a:p>
          <a:p>
            <a:r>
              <a:t>• Jan26 maximum value is 1,400.00</a:t>
            </a:r>
          </a:p>
          <a:p>
            <a:r>
              <a:t>• Jan26 average value is 680.00</a:t>
            </a:r>
          </a:p>
          <a:p>
            <a:r>
              <a:t>• Jan26 changed by nan%</a:t>
            </a:r>
          </a:p>
          <a:p>
            <a:r>
              <a:t>• Jan26 contains a possible spike</a:t>
            </a:r>
          </a:p>
          <a:p>
            <a:r>
              <a:t>• Jan26 contains a possible drop</a:t>
            </a:r>
          </a:p>
          <a:p>
            <a:r>
              <a:t>• Feb26 maximum value is 1,500.00</a:t>
            </a:r>
          </a:p>
          <a:p>
            <a:r>
              <a:t>• Feb26 average value is 730.00</a:t>
            </a:r>
          </a:p>
          <a:p>
            <a:r>
              <a:t>• Feb26 changed by nan%</a:t>
            </a:r>
          </a:p>
          <a:p>
            <a:r>
              <a:t>• Feb26 contains a possible spike</a:t>
            </a:r>
          </a:p>
          <a:p>
            <a:r>
              <a:t>• Feb26 contains a possible drop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